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detec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3383280" cy="1953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3489916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Chứng minh cơ chế: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(khoanh-rồi-đọc) khả thi ở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Giá trị: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khung đánh giá trung thực + selective prediction — không phải điểm số.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Trung thực: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trên 1 dataset / 1 task, n nhỏ, CI rộng.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Tương lai: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ảnh giàu hơn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Câu 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chỉ ra con đường và nói rõ chỗ nào còn dốc.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