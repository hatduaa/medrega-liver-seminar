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Cải tiến của nhóm trên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Fine-tune Gemma 4 E4B phát hiện u gan trên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Mô hình nhỏ — trung thực về đánh giá &amp; độ tin cậy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Seminar Học sâu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Kiến trúc &amp; cách làm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lựa chọn vá đúng MỘT hạn chế của MedRegA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Hạn chế của MedRegA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Lựa chọn của nhóm (vì sao)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Dồn lên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LLM 40B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“mắt” &amp; “cầu” bất động → định vị không sắc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mở khoá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Chỉ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lát trung tâm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không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box gộp thô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Đa lát + ca âm + multi-box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(tách từng ổ); split theo bệnh nhân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Chi phí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ngoài tầm sinh viên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full-finetune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chạy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không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tách detect/localize,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quả vs baseline (zero-shot → fine-tune)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69848"/>
          <a:ext cx="50292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Chỉ số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Của mình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Detection F1 (bệnh nhân)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Sensitivity (bắt u)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Localization pIoU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0.002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0.27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recall@IoU 0.25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False-positive (lát âm)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172968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1C2736"/>
                </a:solidFill>
                <a:latin typeface="Calibri"/>
              </a:rPr>
              <a:t>Không quên:</a:t>
            </a:r>
            <a:r>
              <a:rPr sz="1200" b="0" i="0">
                <a:solidFill>
                  <a:srgbClr val="1C2736"/>
                </a:solidFill>
                <a:latin typeface="Calibri"/>
              </a:rPr>
              <a:t> vẫn hội thoại / JSON / thơ / toán (LoRA giữ trọng số gốc).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767328"/>
            <a:ext cx="5029200" cy="64008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3831336"/>
            <a:ext cx="4809744" cy="5120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Lưu ý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 nhỏ (~25 bn dương, 2 âm) → CI rộng; đây là PoC, không tuyên bố lâm sàng.</a:t>
            </a:r>
          </a:p>
        </p:txBody>
      </p:sp>
      <p:pic>
        <p:nvPicPr>
          <p:cNvPr id="8" name="Picture 7" descr="detect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252728"/>
            <a:ext cx="3383280" cy="19537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3233885"/>
            <a:ext cx="3383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Trước → sau fine-tune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quả vs MedRegA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69848"/>
          <a:ext cx="54864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Khía cạnh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MedRegA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Của mình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Quy mô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~40B, 16×H800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~8B, 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Vào 3D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1 lát trung tâm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đa lát + ca âm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Đơn vị đánh giá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Detect vs Localize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gộp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tách riêng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Ca âm / Bất định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không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FP + selective prediction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Localization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IoU ~0.23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pIoU ~0.27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989320" y="1115568"/>
            <a:ext cx="283464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9048" y="1179576"/>
            <a:ext cx="2615184" cy="206654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Đọc đúng cách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KHÔNG so số trực tiếp (khác data/metric); pIoU có PHẠT nên khắt khe hơn. Đóng góp thật = khung đánh giá trung thực + độ tin cậy.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Chứng minh cơ chế: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region-centric (khoanh-rồi-đọc) khả thi ở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~8B, 1 GPU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Giá trị: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khung đánh giá trung thực + selective prediction — không phải điểm số.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Trung thực: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PoC trên 1 dataset / 1 task, n nhỏ, CI rộng.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Tương lai: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ảnh giàu hơn (multi-window, 2.5D) + external validation.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813048"/>
            <a:ext cx="8412480" cy="5486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387705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Câu chốt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Không hứa đã tới đích — chỉ ra con đường và nói rõ chỗ nào còn dốc.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