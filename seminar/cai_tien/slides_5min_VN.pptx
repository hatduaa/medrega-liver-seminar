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Cải tiến của nhóm trên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Fine-tune Gemma 4 E4B phát hiện u gan trên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Mô hình nhỏ — trung thực về đánh giá &amp; độ tin cậy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Seminar Học sâu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Kiến trúc &amp; cách làm của nhóm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Mỗi lựa chọn vá đúng MỘT hạn chế của MedRegA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Hạn chế của MedRegA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Lựa chọn của nhóm (vì sao)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Dồn lên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LLM 40B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“mắt” &amp; “cầu” bất động → định vị không sắc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mở khoá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Chỉ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lát trung tâm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không ca âm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box gộp thô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Đa lát + ca âm + multi-box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(tách từng ổ); split theo bệnh nhân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Chi phí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ngoài tầm sinh viên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full-finetune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chạy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không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tách detect/localize,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Kết quả của nhóm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Model của nhóm đạt được — công bố trực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Detection F1 (bệnh nhân)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Sensitivity — bắt được 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Localization pIoU (định vị)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25496"/>
            <a:ext cx="841248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recall@IoU.25 = 54%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·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False-positive = 1.5%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(hiếm khi bịa box) · pIoU CI95 [0.19, 0.36].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Không quên: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vẫn hội thoại / JSON / thơ / toán (LoRA giữ trọng số gốc).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Định vị ~0.27 ≈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cùng khoảng MedRegA (~0.23)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dù model nhỏ 5× — khác dataset, chỉ tham khảo.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78808"/>
            <a:ext cx="8412480" cy="548640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424281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Lưu ý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n nhỏ (~25 bn dương / 2 âm) → CI rộng; đây là PoC, không tuyên bố lâm sàng.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Vì đâu có kết quả? — nhờ fine-tune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Không chỉ đổi model: zero-shot (model mới, chưa train) → sau fine-tune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50292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Đổi model thôi KHÔNG đủ: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Gemma zero-shot (chưa fine-tune) chỉ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F1 0.33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gần như luôn trả “No tumor”.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Fine-tune tạo ra năng lực: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F1 0.33→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0.89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recall 0→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54%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pIoU 0.002→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Bằng chứng thêm: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đóng băng vision → pIoU 0.015;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mở khoá + train → 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— cách train mới là mấu chốt.</a:t>
            </a:r>
          </a:p>
        </p:txBody>
      </p:sp>
      <p:pic>
        <p:nvPicPr>
          <p:cNvPr id="6" name="Picture 5" descr="detect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508760"/>
            <a:ext cx="3383280" cy="19537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77840" y="3489916"/>
            <a:ext cx="3383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Trước → sau fine-tune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069080"/>
            <a:ext cx="5029200" cy="6583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133088"/>
            <a:ext cx="4809744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Chốt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Kết quả đến từ FINE-TUNE (dữ liệu + mở vision + eval), không chỉ vì đổi sang model mới.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Chứng minh cơ chế: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region-centric (khoanh-rồi-đọc) khả thi ở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~8B, 1 GPU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Giá trị: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khung đánh giá trung thực + selective prediction — không phải điểm số.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Trung thực: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PoC trên 1 dataset / 1 task, n nhỏ, CI rộng.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Tương lai: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ảnh giàu hơn (multi-window, 2.5D) + external validation.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813048"/>
            <a:ext cx="8412480" cy="5486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387705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Câu chốt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Không hứa đã tới đích — chỉ ra con đường và nói rõ chỗ nào còn dốc.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Cải tiến MedRegA · Gemma 4 E4B (u gan LiTS)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