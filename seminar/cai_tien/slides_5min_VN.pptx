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GIẢI THÍCH METRIC (Presenter View):</a:t>
            </a:r>
          </a:p>
          <a:p>
            <a:r>
              <a:t>• Detection F1 0.89 = cân bằng recall (bắt u) &amp; precision (không báo bừa); tính PER-PATIENT để không thổi phồng.</a:t>
            </a:r>
          </a:p>
          <a:p>
            <a:r>
              <a:t>• Sensitivity 80% = bắt đúng 20/25 bệnh nhân có u (sót 5) — con số lâm sàng quan trọng nhất (sót u = nguy hiểm).</a:t>
            </a:r>
          </a:p>
          <a:p>
            <a:r>
              <a:t>• Localization pIoU 0.27 = độ chồng lấn box (giao/hợp), CÓ PHẠT khi vẽ thừa/thiếu ổ → mức trung bình, chỗ còn yếu (khoanh được vùng nhưng chưa khít).</a:t>
            </a:r>
          </a:p>
          <a:p>
            <a:r>
              <a:t>• recall@IoU.25 54% = 54% u được khoanh tạm trúng (chồng lấn ≥ 0.25).</a:t>
            </a:r>
          </a:p>
          <a:p>
            <a:r>
              <a:t>• False-positive 1.5% = trên lát KHÔNG u, hiếm khi bịa box (điểm tốt).</a:t>
            </a:r>
          </a:p>
          <a:p>
            <a:r>
              <a:t>• CI95 [0.19, 0.36] = khoảng tin cậy 95%, số dao động vì mẫu nhỏ (không phải số cứng).</a:t>
            </a:r>
          </a:p>
          <a:p>
            <a:r>
              <a:t>• Không quên = nhờ LoRA giữ trọng số gốc → vẫn hội thoại / JSON / thơ / toán.</a:t>
            </a:r>
          </a:p>
          <a:p>
            <a:r>
              <a:t>• vs MedRegA (Q&amp;A): IoU 0.23 của họ tính MATCHED-ONLY (không phạt miss — Algorithm 1 Hungarian) + đích chủ yếu CẤU TRÚC LỚN + box LỎNG ("không cần khít", paper). Cùng chuẩn matched: mình ~0.32 &gt; 0.23. pIoU 0.27 của mình CÓ PHẠT nên khắt khe hơn. KHÔNG nói "mình hơn" (khác dataset). KHÔNG nói "họ gộp 1 box" — họ cũng multi-box (Figure 8).</a:t>
            </a:r>
          </a:p>
          <a:p>
            <a:r>
              <a:t>• Caveat: n nhỏ (25 dương / 2 âm), CI rộng, là PoC — không tuyên bố lâm sàng.</a:t>
            </a:r>
          </a:p>
          <a:p/>
          <a:p>
            <a:r>
              <a:t>CÂU NÓI (~40s): "Model đạt F1 0.89 ở phát hiện, độ nhạy 80% (20/25 bệnh nhân). Định vị pIoU 0.27 mới trung bình, chúng em không giấu. Điểm cộng: hiếm bịa u (FP 1.5%) và không quên nhờ LoRA. Định vị ngang MedRegA dù nhỏ 5× nhưng khác dữ liệu nên chỉ tham khảo. Đây là PoC, mẫu nhỏ nên còn hạn chế thống kê."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→ không đo được model bịa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(đo được false-positive); box khít từng ổ,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Model của nhóm đạt được — công bố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(bệnh nhân)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bắt được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 (định vị)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(hiếm khi bịa box)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Định vị: cùng chuẩn (matched) mình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~0.32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vs MedRegA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~0.23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; pIoU CÓ PHẠT của mình 0.27 còn khắt khe hơn — đích họ lớn + box lỏng, khác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 / 2 âm) → CI rộng; đây là PoC, không tuyên bố lâm sàng.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Vì đâu có kết quả? — nhờ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Không chỉ đổi model: zero-shot (model mới, chưa train) → sau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Đổi model thôi KHÔNG đủ: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Gemma zero-shot (chưa fine-tune) chỉ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gần như luôn trả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Fine-tune tạo ra năng lực: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Bằng chứng thêm: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đóng băng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khoá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cách train mới là mấu chốt.</a:t>
            </a:r>
          </a:p>
        </p:txBody>
      </p:sp>
      <p:pic>
        <p:nvPicPr>
          <p:cNvPr id="6" name="Picture 5" descr="before_after_qual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94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50908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Cùng 1 ca: trước → sau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Kết quả đến từ FINE-TUNE (dữ liệu + mở vision + eval), không chỉ vì đổi sang model mới.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Hướng tương 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hướng nhắm vá một hạn chế đã thấy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rộng phạm vi: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các task y khoa khác (đa cơ quan, nhiều loại bệnh); tiến tới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báo cáo có dẫn chứng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(grounded report).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Đưa lại thông tin 3D: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ép ảnh 3D→2D làm mất ngữ cảnh, khó tách u với mạch máu (khác cách bác sĩ đọc)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gán nhiều lát liên tiếp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xa hơn: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CT đa pha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phân biệt u/mạch bằng kiểu ngấm thuốc.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Bổ sung tri thức y khoa tiếng Việt: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dữ liệu tiếng Việt vì chuyên ngành nhiều thuật ngữ ngách → trả lời đúng ngữ cảnh Việt.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Tăng dữ liệu huấn luyện: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dữ liệu hiện còn ít nên n khi đánh giá chưa đủ lớn để tin cậy → thêm dữ liệu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33088"/>
            <a:ext cx="8193023" cy="5852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Tổng kết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Nghiên cứu chứng minh tính khả thi của hướng region-centric ở quy mô nhỏ (proof-of-concept); các hướng phát triển trên nhằm khắc phục hạn chế hiện tại và tiến tới ứng dụng thực tế.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