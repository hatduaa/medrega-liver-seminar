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GIẢI THÍCH METRIC (Presenter View):</a:t>
            </a:r>
          </a:p>
          <a:p>
            <a:r>
              <a:t>• Detection F1 0.89 = cân bằng recall (bắt u) &amp; precision (không báo bừa); tính PER-PATIENT để không thổi phồng.</a:t>
            </a:r>
          </a:p>
          <a:p>
            <a:r>
              <a:t>• Sensitivity 80% = bắt đúng 20/25 bệnh nhân có u (sót 5) — con số lâm sàng quan trọng nhất (sót u = nguy hiểm).</a:t>
            </a:r>
          </a:p>
          <a:p>
            <a:r>
              <a:t>• Localization pIoU 0.27 = độ chồng lấn box (giao/hợp), CÓ PHẠT khi vẽ thừa/thiếu ổ → mức trung bình, chỗ còn yếu (khoanh được vùng nhưng chưa khít).</a:t>
            </a:r>
          </a:p>
          <a:p>
            <a:r>
              <a:t>• recall@IoU.25 54% = 54% u được khoanh tạm trúng (chồng lấn ≥ 0.25).</a:t>
            </a:r>
          </a:p>
          <a:p>
            <a:r>
              <a:t>• False-positive 1.5% = trên lát KHÔNG u, hiếm khi bịa box (điểm tốt).</a:t>
            </a:r>
          </a:p>
          <a:p>
            <a:r>
              <a:t>• CI95 [0.19, 0.36] = khoảng tin cậy 95%, số dao động vì mẫu nhỏ (không phải số cứng).</a:t>
            </a:r>
          </a:p>
          <a:p>
            <a:r>
              <a:t>• Không quên = nhờ LoRA giữ trọng số gốc → vẫn hội thoại / JSON / thơ / toán.</a:t>
            </a:r>
          </a:p>
          <a:p>
            <a:r>
              <a:t>• vs MedRegA (Q&amp;A): IoU 0.23 của họ tính MATCHED-ONLY (không phạt miss — Algorithm 1 Hungarian) + đích chủ yếu CẤU TRÚC LỚN + box LỎNG ("không cần khít", paper). Cùng chuẩn matched: mình ~0.32 &gt; 0.23. pIoU 0.27 của mình CÓ PHẠT nên khắt khe hơn. KHÔNG nói "mình hơn" (khác dataset). KHÔNG nói "họ gộp 1 box" — họ cũng multi-box (Figure 8).</a:t>
            </a:r>
          </a:p>
          <a:p>
            <a:r>
              <a:t>• Caveat: n nhỏ (25 dương / 2 âm), CI rộng, là PoC — không tuyên bố lâm sàng.</a:t>
            </a:r>
          </a:p>
          <a:p/>
          <a:p>
            <a:r>
              <a:t>CÂU NÓI (~40s): "Model đạt F1 0.89 ở phát hiện, độ nhạy 80% (20/25 bệnh nhân). Định vị pIoU 0.27 mới trung bình, chúng em không giấu. Điểm cộng: hiếm bịa u (FP 1.5%) và không quên nhờ LoRA. Định vị ngang MedRegA dù nhỏ 5× nhưng khác dữ liệu nên chỉ tham khảo. Đây là PoC, mẫu nhỏ nên còn hạn chế thống kê."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Cải tiến của nhóm trên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Fine-tune Gemma 4 E4B phát hiện u gan trên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Mô hình nhỏ — trung thực về đánh giá &amp; độ tin cậy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Seminar Học sâu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Kiến trúc &amp; cách làm của nhóm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Mỗi lựa chọn vá đúng MỘT hạn chế của MedRegA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8412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Hạn chế của MedRegA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Lựa chọn của nhóm (vì sao)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Dồn lên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LLM 40B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; “mắt” &amp; “cầu” bất động → định vị không sắc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Gemma 4 E4B (~8B)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+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mở khoá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(pIoU 0.015→0.27)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Chỉ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lát trung tâm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không ca 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→ không đo được model bịa box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Đa lát + ca 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(đo được false-positive); box khít từng ổ, split theo bệnh nhân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Chi phí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16×H800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— ngoài tầm sinh viên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LoRA + full-finetune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chạy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(pseudoreplication); không abstain / CI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tách detect/localize,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selective prediction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Kết quả của nhóm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Model của nhóm đạt được — công bố trực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Detection F1 (bệnh nhân)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27832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Sensitivity — bắt được 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1344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Localization pIoU (định vị)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25496"/>
            <a:ext cx="841248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recall@IoU.25 = 54%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·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False-positive = 1.5%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(hiếm khi bịa box) · pIoU CI95 [0.19, 0.36].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Không quên: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vẫn hội thoại / JSON / thơ / toán (LoRA giữ trọng số gốc).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Định vị: cùng chuẩn (matched) mình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~0.32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vs MedRegA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~0.23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; pIoU CÓ PHẠT của mình 0.27 còn khắt khe hơn — đích họ lớn + box lỏng, khác dataset.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78808"/>
            <a:ext cx="8412480" cy="548640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424281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Lưu ý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n nhỏ (~25 bn dương / 2 âm) → CI rộng; đây là PoC, không tuyên bố lâm sàng.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Vì đâu có kết quả? — nhờ fine-tune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Không chỉ đổi model: zero-shot (model mới, chưa train) → sau fine-tune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50292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Đổi model thôi KHÔNG đủ: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Gemma zero-shot (chưa fine-tune) chỉ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F1 0.33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gần như luôn trả “No tumor”.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Fine-tune tạo ra năng lực: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F1 0.33→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0.89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recall 0→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54%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pIoU 0.002→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Bằng chứng thêm: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đóng băng vision → pIoU 0.015;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mở khoá + train → 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— cách train mới là mấu chốt.</a:t>
            </a:r>
          </a:p>
        </p:txBody>
      </p:sp>
      <p:pic>
        <p:nvPicPr>
          <p:cNvPr id="6" name="Picture 5" descr="before_after_qual_v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828800"/>
            <a:ext cx="3611880" cy="21652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4960" y="4021509"/>
            <a:ext cx="3611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Cùng 1 ca: trước → sau fine-tune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069080"/>
            <a:ext cx="5029200" cy="6583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133088"/>
            <a:ext cx="4809744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Chốt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Kết quả đến từ FINE-TUNE (dữ liệu + mở vision + eval), không chỉ vì đổi sang model mới.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Hướng tương 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Mỗi hướng nhắm vá một hạn chế đã thấy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39"/>
            <a:ext cx="841248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Mở rộng phạm vi: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huấn luyện thêm các task y khoa khác (đa cơ quan, nhiều loại bệnh); tiến tới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báo cáo có dẫn chứng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(grounded report).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Đưa lại thông tin 3D: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ép ảnh 3D→2D làm mất ngữ cảnh, khó tách u với mạch máu (khác cách bác sĩ đọc) →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gán nhiều lát liên tiếp (2.5D)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; xa hơn: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CT đa pha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phân biệt u/mạch bằng kiểu ngấm thuốc.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Bổ sung tri thức y khoa tiếng Việt: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huấn luyện thêm dữ liệu tiếng Việt vì chuyên ngành nhiều thuật ngữ ngách → trả lời đúng ngữ cảnh Việt.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Tăng dữ liệu huấn luyện: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dữ liệu hiện còn ít nên n khi đánh giá chưa đủ lớn để tin cậy → thêm dữ liệu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external validation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calibration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4114800"/>
            <a:ext cx="8412480" cy="5486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4178808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Tổng kết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Không hứa đã tới đích — công trình chỉ ra con đường và những chỗ còn dốc.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