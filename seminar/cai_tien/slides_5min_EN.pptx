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vs MedRegA (Q&amp;A): their IoU 0.23 is MATCHED-ONLY (no miss penalty — Algorithm 1 Hungarian) on mostly LARGE structures + LOOSE boxes ("need not be tight", paper). Same matched basis: ours ~0.32 &gt; 0.23. Our pIoU 0.27 is PENALIZED, stricter. Don't claim "we win" (different dataset). Don't say "they merge one box" — they are multi-box too (Figure 8).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→ can't measure invented boxes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(measures false-positives); tight per-lesion boxes,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on the same (matched) basis: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~0.32 vs MedRegA ~0.23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; our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penalized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pIoU (0.27) is stricter still — their targets are larger with looser boxes, different dataset.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87368"/>
            <a:ext cx="8412480" cy="658368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151376"/>
            <a:ext cx="8193023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test set is small — about 25 tumor patients and 2 without — so the numbers still vary; this is a proof-of-concept, not a clinical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90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47195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Broaden scope: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other medical tasks (multiple organs, more diseases); toward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grounded reporting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Restore 3D context: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3D→2D loses context, hard to separate tumor from vessels (unlike radiologists)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stack consecutive slices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further: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multi-phase CT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via contrast dynamics.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Add Vietnamese medical knowledge: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more Vietnamese data (many niche domain terms) for correct Vietnamese-context answers.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More training data: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current data is limited so evaluation n is too small to trust → more data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Summary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This work demonstrates the feasibility of a region-centric approach at small scale (proof-of-concept); the directions above aim to address current limitations and move toward practical application.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