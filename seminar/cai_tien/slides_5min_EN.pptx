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 EXPLANATION (Presenter View):</a:t>
            </a:r>
          </a:p>
          <a:p>
            <a:r>
              <a:t>• Detection F1 0.89 = balance of recall (catching tumors) &amp; precision (not over-flagging); computed PER-PATIENT to avoid inflation.</a:t>
            </a:r>
          </a:p>
          <a:p>
            <a:r>
              <a:t>• Sensitivity 80% = caught 20/25 tumor patients (missed 5) — the most clinically important number (missing a tumor is dangerous).</a:t>
            </a:r>
          </a:p>
          <a:p>
            <a:r>
              <a:t>• Localization pIoU 0.27 = box overlap (intersection/union), PENALIZED for extra/missing lesions → moderate, the weaker point (finds the region but not tightly).</a:t>
            </a:r>
          </a:p>
          <a:p>
            <a:r>
              <a:t>• recall@IoU.25 54% = 54% of tumors roughly localized (overlap ≥ 0.25).</a:t>
            </a:r>
          </a:p>
          <a:p>
            <a:r>
              <a:t>• False-positive 1.5% = on tumor-free slices, rarely invents a box (good).</a:t>
            </a:r>
          </a:p>
          <a:p>
            <a:r>
              <a:t>• CI95 [0.19, 0.36] = 95% confidence interval; the number varies because n is small (not a hard value).</a:t>
            </a:r>
          </a:p>
          <a:p>
            <a:r>
              <a:t>• No forgetting = thanks to LoRA keeping base weights → still chats / JSON / poem / math.</a:t>
            </a:r>
          </a:p>
          <a:p>
            <a:r>
              <a:t>• ~0.27 vs MedRegA ~0.23 = same ballpark despite 5× smaller, DIFFERENT dataset so reference only, NOT a 'we beat them' claim.</a:t>
            </a:r>
          </a:p>
          <a:p>
            <a:r>
              <a:t>• Caveat: small n (25 pos / 2 neg), wide CI, a PoC — no clinical claim.</a:t>
            </a:r>
          </a:p>
          <a:p/>
          <a:p>
            <a:r>
              <a:t>SCRIPT (~40s): "Our model reaches F1 0.89 on detection, 80% sensitivity (20/25 patients). Localization pIoU is 0.27 — only moderate, we don't hide it. Pluses: rarely invents tumors (FP 1.5%) and no forgetting thanks to LoRA. Localization is on par with MedRegA despite being 5× smaller, but different data so reference only. This is a PoC, small sample, so statistical limits remain."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coarse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(per-lesion);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What our model achieves — reported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(patient)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catch tumors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(rarely invents boxes)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Localization ~0.27 ≈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same ballpark as MedRegA (~0.23)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despite 5× smaller — different dataset, reference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small n (~25 pos patients / 2 neg) → wide CI; a PoC, no clinical claim.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Where do the gains come from? —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Not just a model swap: zero-shot (new model, untrained) →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Swapping models alone is NOT enough: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zero-shot Gemma (untrained) scores only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almost always says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Fine-tuning creates the capability: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Extra evidence: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frozen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unlock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the training choice is the key.</a:t>
            </a:r>
          </a:p>
        </p:txBody>
      </p:sp>
      <p:pic>
        <p:nvPicPr>
          <p:cNvPr id="6" name="Picture 5" descr="before_after_qual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615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17817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Same case: before → after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Takeaway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gains come from FINE-TUNING (data + unlocked vision + eval), not from a newer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direction targets a limitation we observed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Missed isointense tumors (wide CT window) →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multi-window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(narrow liver window) +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2.5D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to restore 3D context.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Coarse localization (pIoU 0.27) → a dedicated segmenter (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MedSAM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) or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polygon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for tighter boxes.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Small sample, single dataset →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for reliability.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Detection only for now →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grounded report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(evidence-linked) and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multi-organ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extension.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114800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78808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Closing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We don't claim to have arrived — we map the road and where it's still steep.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