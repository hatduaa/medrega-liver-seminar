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METRIC EXPLANATION (Presenter View):</a:t>
            </a:r>
          </a:p>
          <a:p>
            <a:r>
              <a:t>• Detection F1 0.89 = balance of recall (catching tumors) &amp; precision (not over-flagging); computed PER-PATIENT to avoid inflation.</a:t>
            </a:r>
          </a:p>
          <a:p>
            <a:r>
              <a:t>• Sensitivity 80% = caught 20/25 tumor patients (missed 5) — the most clinically important number (missing a tumor is dangerous).</a:t>
            </a:r>
          </a:p>
          <a:p>
            <a:r>
              <a:t>• Localization pIoU 0.27 = box overlap (intersection/union), PENALIZED for extra/missing lesions → moderate, the weaker point (finds the region but not tightly).</a:t>
            </a:r>
          </a:p>
          <a:p>
            <a:r>
              <a:t>• recall@IoU.25 54% = 54% of tumors roughly localized (overlap ≥ 0.25).</a:t>
            </a:r>
          </a:p>
          <a:p>
            <a:r>
              <a:t>• False-positive 1.5% = on tumor-free slices, rarely invents a box (good).</a:t>
            </a:r>
          </a:p>
          <a:p>
            <a:r>
              <a:t>• CI95 [0.19, 0.36] = 95% confidence interval; the number varies because n is small (not a hard value).</a:t>
            </a:r>
          </a:p>
          <a:p>
            <a:r>
              <a:t>• No forgetting = thanks to LoRA keeping base weights → still chats / JSON / poem / math.</a:t>
            </a:r>
          </a:p>
          <a:p>
            <a:r>
              <a:t>• ~0.27 vs MedRegA ~0.23 = same ballpark despite 5× smaller, DIFFERENT dataset so reference only, NOT a 'we beat them' claim.</a:t>
            </a:r>
          </a:p>
          <a:p>
            <a:r>
              <a:t>• Caveat: small n (25 pos / 2 neg), wide CI, a PoC — no clinical claim.</a:t>
            </a:r>
          </a:p>
          <a:p/>
          <a:p>
            <a:r>
              <a:t>SCRIPT (~40s): "Our model reaches F1 0.89 on detection, 80% sensitivity (20/25 patients). Localization pIoU is 0.27 — only moderate, we don't hide it. Pluses: rarely invents tumors (FP 1.5%) and no forgetting thanks to LoRA. Localization is on par with MedRegA despite being 5× smaller, but different data so reference only. This is a PoC, small sample, so statistical limits remain."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Our Improvements on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Fine-tuning Gemma 4 E4B for liver-tumor detection on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A small model — honest about evaluation &amp; reliability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Deep Learning Seminar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architecture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Each choice fixes ONE MedRegA limitation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8412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MedRegA limitation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Our choice (why)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Load on the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40B LLM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; “eyes” &amp; “bridge” frozen → localization not sharp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Gemma 4 E4B (~8B)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+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unlock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(pIoU 0.015→0.27)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Only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central slice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no negatives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coarse box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Multi-slice + negatives + multi-box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(per-lesion); split by patient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Cost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16×H800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— out of reach for a student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LoRA + full fine-tune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runs on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(pseudoreplication); no abstain / CI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detect/localize split,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selective prediction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What our model achieves — reported directly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Detection F1 (patient)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27832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Sensitivity — catch tumors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1344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Localization pIoU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25496"/>
            <a:ext cx="841248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recall@IoU.25 = 54%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·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False-positive = 1.5%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(rarely invents boxes) · pIoU CI95 [0.19, 0.36].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No forgetting: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still chats / JSON / poem / math (LoRA keeps base weights).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Localization ~0.27 ≈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same ballpark as MedRegA (~0.23)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despite 5× smaller — different dataset, reference only.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78808"/>
            <a:ext cx="8412480" cy="548640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424281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Note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small n (~25 pos patients / 2 neg) → wide CI; a PoC, no clinical claim.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Where do the gains come from? —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Not just a model swap: zero-shot (new model, untrained) → fine-tuned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50292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Swapping models alone is NOT enough: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zero-shot Gemma (untrained) scores only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F1 0.33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almost always says “No tumor”.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Fine-tuning creates the capability: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F1 0.33→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0.89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recall 0→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54%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pIoU 0.002→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Extra evidence: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frozen vision → pIoU 0.015;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unlock + train → 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— the training choice is the key.</a:t>
            </a:r>
          </a:p>
        </p:txBody>
      </p:sp>
      <p:pic>
        <p:nvPicPr>
          <p:cNvPr id="6" name="Picture 5" descr="detect_before_afte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508760"/>
            <a:ext cx="3383280" cy="19537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77840" y="3489916"/>
            <a:ext cx="3383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Before → after fine-tune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069080"/>
            <a:ext cx="5029200" cy="6583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133088"/>
            <a:ext cx="4809744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Takeaway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The gains come from FINE-TUNING (data + unlocked vision + eval), not from a newer model.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841248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Proof of mechanism: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region-centric (localize-then-read) is feasible at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~8B, 1 GPU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Value: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honest evaluation + selective prediction — not the score.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Honest: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PoC on 1 dataset / 1 task, small n, wide CI.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Future: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richer images (multi-window, 2.5D) + external validation.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813048"/>
            <a:ext cx="8412480" cy="5486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387705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Closing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We don't claim to have arrived — we map the road and say where it's still steep.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