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same ballpark as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despite 5× smaller — different dataset, reference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 / 2 neg) → wide CI; a PoC, no clinical claim.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detect_before_afte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3383280" cy="1953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3489916"/>
            <a:ext cx="3383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8696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Proof of mechanism: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region-centric (localize-then-read) is feasible at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~8B, 1 GPU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Value: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honest evaluation + selective prediction — not the score.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Honest: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PoC on 1 dataset / 1 task, small n, wide CI.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C2736"/>
                </a:solidFill>
                <a:latin typeface="Calibri"/>
              </a:rPr>
              <a:t>Future:</a:t>
            </a:r>
            <a:r>
              <a:rPr sz="1500" b="0" i="0">
                <a:solidFill>
                  <a:srgbClr val="1C2736"/>
                </a:solidFill>
                <a:latin typeface="Calibri"/>
              </a:rPr>
              <a:t> richer images (multi-window, 2.5D) + external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813048"/>
            <a:ext cx="8412480" cy="5486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387705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Closing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We don't claim to have arrived — we map the road and say where it's still steep.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