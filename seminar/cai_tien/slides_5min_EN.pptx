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METRIC EXPLANATION (Presenter View):</a:t>
            </a:r>
          </a:p>
          <a:p>
            <a:r>
              <a:t>• Detection F1 0.89 = balance of recall (catching tumors) &amp; precision (not over-flagging); computed PER-PATIENT to avoid inflation.</a:t>
            </a:r>
          </a:p>
          <a:p>
            <a:r>
              <a:t>• Sensitivity 80% = caught 20/25 tumor patients (missed 5) — the most clinically important number (missing a tumor is dangerous).</a:t>
            </a:r>
          </a:p>
          <a:p>
            <a:r>
              <a:t>• Localization pIoU 0.27 = box overlap (intersection/union), PENALIZED for extra/missing lesions → moderate, the weaker point (finds the region but not tightly).</a:t>
            </a:r>
          </a:p>
          <a:p>
            <a:r>
              <a:t>• recall@IoU.25 54% = 54% of tumors roughly localized (overlap ≥ 0.25).</a:t>
            </a:r>
          </a:p>
          <a:p>
            <a:r>
              <a:t>• False-positive 1.5% = on tumor-free slices, rarely invents a box (good).</a:t>
            </a:r>
          </a:p>
          <a:p>
            <a:r>
              <a:t>• CI95 [0.19, 0.36] = 95% confidence interval; the number varies because n is small (not a hard value).</a:t>
            </a:r>
          </a:p>
          <a:p>
            <a:r>
              <a:t>• No forgetting = thanks to LoRA keeping base weights → still chats / JSON / poem / math.</a:t>
            </a:r>
          </a:p>
          <a:p>
            <a:r>
              <a:t>• ~0.27 vs MedRegA ~0.23 = same ballpark despite 5× smaller, DIFFERENT dataset so reference only, NOT a 'we beat them' claim.</a:t>
            </a:r>
          </a:p>
          <a:p>
            <a:r>
              <a:t>• Caveat: small n (25 pos / 2 neg), wide CI, a PoC — no clinical claim.</a:t>
            </a:r>
          </a:p>
          <a:p/>
          <a:p>
            <a:r>
              <a:t>SCRIPT (~40s): "Our model reaches F1 0.89 on detection, 80% sensitivity (20/25 patients). Localization pIoU is 0.27 — only moderate, we don't hide it. Pluses: rarely invents tumors (FP 1.5%) and no forgetting thanks to LoRA. Localization is on par with MedRegA despite being 5× smaller, but different data so reference only. This is a PoC, small sample, so statistical limits remain."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Our Improvements on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Fine-tuning Gemma 4 E4B for liver-tumor detection on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A small model — honest about evaluation &amp; reliability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Deep Learning Seminar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architecture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choice fixes ONE MedRegA limitation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MedRegA limitation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Our choice (why)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Load on the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40B LLM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“eyes” &amp; “bridge” frozen → localization not sharp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unlock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Only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central slice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no negatives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coarse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Multi-slice + negatives + multi-box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(per-lesion); split by patient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Cost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out of reach for a student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 fine-tune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runs on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no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detect/localize split,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What our model achieves — reported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(patient)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catch tumors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(rarely invents boxes)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No forgetting: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still chats / JSON / poem / math (LoRA keeps base weights).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Localization ~0.27 ≈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same ballpark as MedRegA (~0.23)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despite 5× smaller — different dataset, reference only.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87368"/>
            <a:ext cx="8412480" cy="658368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151376"/>
            <a:ext cx="8193023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Note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The test set is small — about 25 tumor patients and 2 without — so the numbers still vary; this is a proof-of-concept, not a clinical system.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Where do the gains come from? —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Not just a model swap: zero-shot (new model, untrained) → fine-tuned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Swapping models alone is NOT enough: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zero-shot Gemma (untrained) scores only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almost always says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Fine-tuning creates the capability: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Extra evidence: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frozen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unlock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the training choice is the key.</a:t>
            </a:r>
          </a:p>
        </p:txBody>
      </p:sp>
      <p:pic>
        <p:nvPicPr>
          <p:cNvPr id="6" name="Picture 5" descr="before_after_qual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28800"/>
            <a:ext cx="3611880" cy="21909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4047195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Same case: before → after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Takeaway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The gains come from FINE-TUNING (data + unlocked vision + eval), not from a newer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direction targets a limitation we observed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39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Broaden scope: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train on other medical tasks (multiple organs, more diseases); toward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grounded reporting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Restore 3D context: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3D→2D loses context, hard to separate tumor from vessels (unlike radiologists) →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stack consecutive slices (2.5D)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; further: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multi-phase CT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via contrast dynamics.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Add Vietnamese medical knowledge: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train on more Vietnamese data (many niche domain terms) for correct Vietnamese-context answers.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More training data: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current data is limited so evaluation n is too small to trust → more data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external validation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calibration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4133088"/>
            <a:ext cx="8193023" cy="5852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Summary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This work demonstrates the feasibility of a region-centric approach at small scale (proof-of-concept); the directions above aim to address current limitations and move toward practical application.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