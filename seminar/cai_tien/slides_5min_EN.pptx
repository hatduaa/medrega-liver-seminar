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~0.27 vs MedRegA ~0.23 = same ballpark despite 5× smaller, DIFFERENT dataset so reference only, NOT a 'we beat them' claim.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 / 2 neg) → wide CI; a PoC, no clinical claim.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before_after_qual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90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47195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Same case: 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direction targets a limitation we observed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Broaden scope: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other medical tasks (multiple organs, more diseases); toward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grounded reporting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Restore 3D context: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3D→2D loses context, hard to separate tumor from vessels (unlike radiologists)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stack consecutive slices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further: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multi-phase CT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via contrast dynamics.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Add Vietnamese medical knowledge: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more Vietnamese data (many niche domain terms) for correct Vietnamese-context answers.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More training data: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current data is limited so evaluation n is too small to trust → more data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Summary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This work demonstrates the feasibility of a region-centric approach at small scale (proof-of-concept); the directions above aim to address current limitations and move toward practical application.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